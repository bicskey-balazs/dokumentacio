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026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183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323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583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9292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864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238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72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979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25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077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084B0-937B-409B-B793-26CDA194384B}" type="datetimeFigureOut">
              <a:rPr lang="hu-HU" smtClean="0"/>
              <a:t>2026.04.15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863F3-F4F6-4044-97A7-FB86E21483B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80980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9998/docs/api/" TargetMode="External"/><Relationship Id="rId2" Type="http://schemas.openxmlformats.org/officeDocument/2006/relationships/hyperlink" Target="http://127.0.0.1:8000/docs/ap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killstree-vizsgaremek-backend.jcloud.jedlik.cloud/docs/api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D8F55F-DEFB-43D1-B1CC-4ABA85B77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u="sng" dirty="0"/>
              <a:t>Backend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963C67C-1F5A-4DB0-AE1E-7B66FF9B0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9994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895B7C-12BF-4A76-8F59-09F42BDC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Technológiák: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B53624-6EDB-4C72-AD03-744883827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u-HU" dirty="0" err="1"/>
              <a:t>Laravel</a:t>
            </a:r>
            <a:r>
              <a:rPr lang="hu-HU" dirty="0"/>
              <a:t>:</a:t>
            </a:r>
            <a:br>
              <a:rPr lang="hu-HU" dirty="0"/>
            </a:br>
            <a:r>
              <a:rPr lang="hu-HU" sz="2400" dirty="0"/>
              <a:t>- 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Modellosztályok: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Laravel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Eloquent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model</a:t>
            </a:r>
            <a:br>
              <a:rPr lang="hu-HU" sz="2400" kern="100" dirty="0">
                <a:ea typeface="WenQuanYi Micro Hei"/>
                <a:cs typeface="FreeSans"/>
              </a:rPr>
            </a:br>
            <a:r>
              <a:rPr lang="hu-HU" sz="2400" kern="100" dirty="0">
                <a:effectLst/>
                <a:ea typeface="WenQuanYi Micro Hei"/>
                <a:cs typeface="FreeSans"/>
              </a:rPr>
              <a:t>- Kontrollerosztályok: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Laravel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Controller</a:t>
            </a:r>
            <a:br>
              <a:rPr lang="hu-HU" sz="2400" kern="100" dirty="0">
                <a:ea typeface="WenQuanYi Micro Hei"/>
                <a:cs typeface="FreeSans"/>
              </a:rPr>
            </a:br>
            <a:r>
              <a:rPr lang="hu-HU" sz="2400" kern="100" dirty="0">
                <a:effectLst/>
                <a:ea typeface="WenQuanYi Micro Hei"/>
                <a:cs typeface="FreeSans"/>
              </a:rPr>
              <a:t>- Adatok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validálása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: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Laravel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Request</a:t>
            </a:r>
            <a:br>
              <a:rPr lang="hu-HU" sz="2400" kern="100" dirty="0">
                <a:ea typeface="WenQuanYi Micro Hei"/>
                <a:cs typeface="FreeSans"/>
              </a:rPr>
            </a:br>
            <a:r>
              <a:rPr lang="hu-HU" sz="2400" kern="100" dirty="0">
                <a:effectLst/>
                <a:ea typeface="WenQuanYi Micro Hei"/>
                <a:cs typeface="FreeSans"/>
              </a:rPr>
              <a:t>- Hamis teszt adatok létrehozása: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FakerPHP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/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Laravel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Seeder</a:t>
            </a:r>
            <a:br>
              <a:rPr lang="hu-HU" sz="2400" kern="100" dirty="0">
                <a:ea typeface="WenQuanYi Micro Hei"/>
                <a:cs typeface="FreeSans"/>
              </a:rPr>
            </a:br>
            <a:r>
              <a:rPr lang="hu-HU" sz="2400" kern="100" dirty="0">
                <a:effectLst/>
                <a:ea typeface="WenQuanYi Micro Hei"/>
                <a:cs typeface="FreeSans"/>
              </a:rPr>
              <a:t>- Online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dokumentácíó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: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Dedoc</a:t>
            </a:r>
            <a:r>
              <a:rPr lang="hu-HU" sz="2400" kern="100" dirty="0">
                <a:effectLst/>
                <a:ea typeface="WenQuanYi Micro Hei"/>
                <a:cs typeface="FreeSans"/>
              </a:rPr>
              <a:t> </a:t>
            </a:r>
            <a:r>
              <a:rPr lang="hu-HU" sz="2400" kern="100" dirty="0" err="1">
                <a:effectLst/>
                <a:ea typeface="WenQuanYi Micro Hei"/>
                <a:cs typeface="FreeSans"/>
              </a:rPr>
              <a:t>Scramble</a:t>
            </a:r>
            <a:endParaRPr lang="hu-HU" sz="2400" kern="100" dirty="0">
              <a:effectLst/>
              <a:ea typeface="WenQuanYi Micro Hei"/>
              <a:cs typeface="FreeSans"/>
            </a:endParaRPr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545543B2-7114-41F6-8D7A-E4543950C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4200" y="131903"/>
            <a:ext cx="4851400" cy="17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4DADE0-B36C-4005-A9F0-334E7630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Elérési módok: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E6882D-5E70-416E-90BF-D713B6361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Lokális (Linux):  </a:t>
            </a:r>
            <a:r>
              <a:rPr lang="hu-HU" sz="2400" u="sng" dirty="0">
                <a:solidFill>
                  <a:srgbClr val="000080"/>
                </a:solidFill>
                <a:effectLst/>
                <a:latin typeface="Liberation Serif"/>
                <a:ea typeface="WenQuanYi Micro Hei"/>
                <a:cs typeface="FreeSans"/>
                <a:hlinkClick r:id="rId2"/>
              </a:rPr>
              <a:t>http://127.0.0.1:8000/docs/api/</a:t>
            </a:r>
            <a:endParaRPr lang="hu-HU" sz="2400" u="sng" dirty="0">
              <a:solidFill>
                <a:srgbClr val="000080"/>
              </a:solidFill>
              <a:effectLst/>
              <a:latin typeface="Liberation Serif"/>
              <a:ea typeface="WenQuanYi Micro Hei"/>
              <a:cs typeface="FreeSans"/>
            </a:endParaRPr>
          </a:p>
          <a:p>
            <a:r>
              <a:rPr lang="hu-HU" dirty="0"/>
              <a:t>Docker: </a:t>
            </a:r>
            <a:r>
              <a:rPr lang="hu-HU" sz="2400" u="sng" dirty="0">
                <a:solidFill>
                  <a:srgbClr val="000080"/>
                </a:solidFill>
                <a:effectLst/>
                <a:latin typeface="Liberation Serif"/>
                <a:ea typeface="WenQuanYi Micro Hei"/>
                <a:cs typeface="FreeSans"/>
                <a:hlinkClick r:id="rId3"/>
              </a:rPr>
              <a:t>http://127.0.0.1:9998/docs/api/</a:t>
            </a:r>
            <a:endParaRPr lang="hu-HU" sz="2400" u="sng" dirty="0">
              <a:solidFill>
                <a:srgbClr val="000080"/>
              </a:solidFill>
              <a:latin typeface="Liberation Serif"/>
              <a:ea typeface="WenQuanYi Micro Hei"/>
              <a:cs typeface="FreeSans"/>
            </a:endParaRPr>
          </a:p>
          <a:p>
            <a:r>
              <a:rPr lang="hu-HU" dirty="0"/>
              <a:t>Távoli elérés: </a:t>
            </a:r>
            <a:r>
              <a:rPr lang="hu-HU" sz="2400" u="sng" dirty="0">
                <a:solidFill>
                  <a:srgbClr val="000080"/>
                </a:solidFill>
                <a:effectLst/>
                <a:latin typeface="Liberation Serif"/>
                <a:ea typeface="WenQuanYi Micro Hei"/>
                <a:cs typeface="FreeSans"/>
                <a:hlinkClick r:id="rId4"/>
              </a:rPr>
              <a:t>https://skillstree-vizsgaremek-backend.jcloud.jedlik.cloud/docs/api </a:t>
            </a:r>
            <a:endParaRPr lang="hu-HU" sz="2400" dirty="0">
              <a:effectLst/>
              <a:latin typeface="Liberation Serif"/>
              <a:ea typeface="WenQuanYi Micro Hei"/>
              <a:cs typeface="FreeSans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827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7417C8-0807-430B-87CB-FC3CE051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Modelek</a:t>
            </a:r>
            <a:r>
              <a:rPr lang="hu-HU" b="1" dirty="0"/>
              <a:t>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DA680B-28E3-4ED7-B3F6-AEEFAA04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Laravel</a:t>
            </a:r>
            <a:r>
              <a:rPr lang="hu-HU" dirty="0"/>
              <a:t> </a:t>
            </a:r>
            <a:r>
              <a:rPr lang="hu-HU" dirty="0" err="1"/>
              <a:t>Eloquent</a:t>
            </a:r>
            <a:r>
              <a:rPr lang="hu-HU" dirty="0"/>
              <a:t> </a:t>
            </a:r>
            <a:r>
              <a:rPr lang="hu-HU" dirty="0" err="1"/>
              <a:t>model</a:t>
            </a:r>
            <a:endParaRPr lang="hu-HU" dirty="0"/>
          </a:p>
          <a:p>
            <a:r>
              <a:rPr lang="hu-HU" dirty="0"/>
              <a:t>Nincs benne az osztály mezői -&gt; automatikus lekérdezés DB-ből</a:t>
            </a:r>
          </a:p>
          <a:p>
            <a:r>
              <a:rPr lang="hu-HU" dirty="0"/>
              <a:t>1 tábla 1 </a:t>
            </a:r>
            <a:r>
              <a:rPr lang="hu-HU" dirty="0" err="1"/>
              <a:t>model</a:t>
            </a:r>
            <a:endParaRPr lang="hu-HU" dirty="0"/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9BAD382-7A64-48E2-BAD5-C3C82062B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00" y="2968218"/>
            <a:ext cx="522042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47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E55FA9-FB02-4A3C-979D-5B0304F8A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Kontrollerek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79995C-1167-4CD4-81C9-1C2B368B7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Táblánként</a:t>
            </a:r>
            <a:r>
              <a:rPr lang="hu-HU" dirty="0"/>
              <a:t> 1 kontroller -&gt; CRUD műveletek + speciális </a:t>
            </a:r>
            <a:r>
              <a:rPr lang="hu-HU" dirty="0" err="1"/>
              <a:t>route</a:t>
            </a:r>
            <a:r>
              <a:rPr lang="hu-HU" dirty="0"/>
              <a:t>-ok</a:t>
            </a:r>
          </a:p>
          <a:p>
            <a:r>
              <a:rPr lang="hu-HU" dirty="0" err="1"/>
              <a:t>Route</a:t>
            </a:r>
            <a:r>
              <a:rPr lang="hu-HU" dirty="0"/>
              <a:t>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Binding</a:t>
            </a:r>
            <a:endParaRPr lang="hu-HU" dirty="0"/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CDAF393-ACE8-4C92-B20C-726FB2865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069949"/>
            <a:ext cx="4887007" cy="2219635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08A4B89-BEEE-46AC-A221-8859329E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635" y="3069949"/>
            <a:ext cx="4763165" cy="1705213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F4BE6AB4-CA0D-4F35-966C-4DF3ACD429F2}"/>
              </a:ext>
            </a:extLst>
          </p:cNvPr>
          <p:cNvSpPr txBox="1"/>
          <p:nvPr/>
        </p:nvSpPr>
        <p:spPr>
          <a:xfrm>
            <a:off x="838198" y="5740400"/>
            <a:ext cx="478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/>
              <a:t>CRUD </a:t>
            </a:r>
            <a:r>
              <a:rPr lang="hu-HU" sz="2400" dirty="0" err="1"/>
              <a:t>route</a:t>
            </a:r>
            <a:endParaRPr lang="hu-HU" sz="2400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BB4E90C0-1028-4896-979E-FF4E286E7C49}"/>
              </a:ext>
            </a:extLst>
          </p:cNvPr>
          <p:cNvSpPr txBox="1"/>
          <p:nvPr/>
        </p:nvSpPr>
        <p:spPr>
          <a:xfrm>
            <a:off x="6590635" y="5774016"/>
            <a:ext cx="478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/>
              <a:t>Speciális </a:t>
            </a:r>
            <a:r>
              <a:rPr lang="hu-HU" sz="2400" dirty="0" err="1"/>
              <a:t>route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85341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119</Words>
  <Application>Microsoft Office PowerPoint</Application>
  <PresentationFormat>Szélesvásznú</PresentationFormat>
  <Paragraphs>16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Liberation Serif</vt:lpstr>
      <vt:lpstr>Office Theme</vt:lpstr>
      <vt:lpstr>Backend</vt:lpstr>
      <vt:lpstr>Technológiák:</vt:lpstr>
      <vt:lpstr>Elérési módok:</vt:lpstr>
      <vt:lpstr>Modelek:</vt:lpstr>
      <vt:lpstr>Kontrollerek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Borbély Dominik Péter</dc:creator>
  <cp:lastModifiedBy>Borbély Dominik Péter</cp:lastModifiedBy>
  <cp:revision>4</cp:revision>
  <dcterms:created xsi:type="dcterms:W3CDTF">2026-04-15T10:52:34Z</dcterms:created>
  <dcterms:modified xsi:type="dcterms:W3CDTF">2026-04-15T11:15:39Z</dcterms:modified>
</cp:coreProperties>
</file>