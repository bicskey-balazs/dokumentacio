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6" d="100"/>
          <a:sy n="76" d="100"/>
        </p:scale>
        <p:origin x="72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0262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1834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3230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5832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9292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864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2384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724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9793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2258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0777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084B0-937B-409B-B793-26CDA194384B}" type="datetimeFigureOut">
              <a:rPr lang="hu-HU" smtClean="0"/>
              <a:t>2026.04.16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A863F3-F4F6-4044-97A7-FB86E21483B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80980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9998/docs/api/" TargetMode="External"/><Relationship Id="rId2" Type="http://schemas.openxmlformats.org/officeDocument/2006/relationships/hyperlink" Target="http://127.0.0.1:8000/docs/ap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killstree-vizsgaremek-backend.jcloud.jedlik.cloud/docs/api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D8F55F-DEFB-43D1-B1CC-4ABA85B771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u="sng" dirty="0"/>
              <a:t>Backend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963C67C-1F5A-4DB0-AE1E-7B66FF9B06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99947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895B7C-12BF-4A76-8F59-09F42BDC6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Technológiák: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B53624-6EDB-4C72-AD03-744883827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 err="1"/>
              <a:t>Laravel</a:t>
            </a:r>
            <a:r>
              <a:rPr lang="hu-HU" dirty="0"/>
              <a:t>:</a:t>
            </a:r>
            <a:br>
              <a:rPr lang="hu-HU" dirty="0"/>
            </a:br>
            <a:r>
              <a:rPr lang="hu-HU" sz="2400" dirty="0"/>
              <a:t>- 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Modellosztályok: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Laravel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Eloquent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model</a:t>
            </a:r>
            <a:br>
              <a:rPr lang="hu-HU" sz="2400" kern="100" dirty="0">
                <a:ea typeface="WenQuanYi Micro Hei"/>
                <a:cs typeface="FreeSans"/>
              </a:rPr>
            </a:br>
            <a:r>
              <a:rPr lang="hu-HU" sz="2400" kern="100" dirty="0">
                <a:effectLst/>
                <a:ea typeface="WenQuanYi Micro Hei"/>
                <a:cs typeface="FreeSans"/>
              </a:rPr>
              <a:t>- Kontrollerosztályok: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Laravel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Controller</a:t>
            </a:r>
            <a:br>
              <a:rPr lang="hu-HU" sz="2400" kern="100" dirty="0">
                <a:ea typeface="WenQuanYi Micro Hei"/>
                <a:cs typeface="FreeSans"/>
              </a:rPr>
            </a:br>
            <a:r>
              <a:rPr lang="hu-HU" sz="2400" kern="100" dirty="0">
                <a:effectLst/>
                <a:ea typeface="WenQuanYi Micro Hei"/>
                <a:cs typeface="FreeSans"/>
              </a:rPr>
              <a:t>- Adatok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validálása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: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Laravel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Request</a:t>
            </a:r>
            <a:br>
              <a:rPr lang="hu-HU" sz="2400" kern="100" dirty="0">
                <a:ea typeface="WenQuanYi Micro Hei"/>
                <a:cs typeface="FreeSans"/>
              </a:rPr>
            </a:br>
            <a:r>
              <a:rPr lang="hu-HU" sz="2400" kern="100" dirty="0">
                <a:effectLst/>
                <a:ea typeface="WenQuanYi Micro Hei"/>
                <a:cs typeface="FreeSans"/>
              </a:rPr>
              <a:t>- Hamis teszt adatok létrehozása: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FakerPHP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/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Laravel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Seeder</a:t>
            </a:r>
            <a:br>
              <a:rPr lang="hu-HU" sz="2400" kern="100" dirty="0">
                <a:ea typeface="WenQuanYi Micro Hei"/>
                <a:cs typeface="FreeSans"/>
              </a:rPr>
            </a:br>
            <a:r>
              <a:rPr lang="hu-HU" sz="2400" kern="100" dirty="0">
                <a:effectLst/>
                <a:ea typeface="WenQuanYi Micro Hei"/>
                <a:cs typeface="FreeSans"/>
              </a:rPr>
              <a:t>- Online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dokumentácíó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: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Dedoc</a:t>
            </a:r>
            <a:r>
              <a:rPr lang="hu-HU" sz="2400" kern="100" dirty="0">
                <a:effectLst/>
                <a:ea typeface="WenQuanYi Micro Hei"/>
                <a:cs typeface="FreeSans"/>
              </a:rPr>
              <a:t> </a:t>
            </a:r>
            <a:r>
              <a:rPr lang="hu-HU" sz="2400" kern="100" dirty="0" err="1">
                <a:effectLst/>
                <a:ea typeface="WenQuanYi Micro Hei"/>
                <a:cs typeface="FreeSans"/>
              </a:rPr>
              <a:t>Scramble</a:t>
            </a:r>
            <a:endParaRPr lang="hu-HU" sz="2400" kern="100" dirty="0">
              <a:effectLst/>
              <a:ea typeface="WenQuanYi Micro Hei"/>
              <a:cs typeface="FreeSans"/>
            </a:endParaRP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545543B2-7114-41F6-8D7A-E4543950C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4200" y="131903"/>
            <a:ext cx="4851400" cy="179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1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4DADE0-B36C-4005-A9F0-334E7630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Elérési módok: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1E6882D-5E70-416E-90BF-D713B6361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Lokális (Linux):  </a:t>
            </a:r>
            <a:r>
              <a:rPr lang="hu-HU" sz="2400" u="sng" dirty="0">
                <a:solidFill>
                  <a:srgbClr val="000080"/>
                </a:solidFill>
                <a:effectLst/>
                <a:latin typeface="Liberation Serif"/>
                <a:ea typeface="WenQuanYi Micro Hei"/>
                <a:cs typeface="FreeSans"/>
                <a:hlinkClick r:id="rId2"/>
              </a:rPr>
              <a:t>http://127.0.0.1:8000/docs/api/</a:t>
            </a:r>
            <a:endParaRPr lang="hu-HU" sz="2400" u="sng" dirty="0">
              <a:solidFill>
                <a:srgbClr val="000080"/>
              </a:solidFill>
              <a:effectLst/>
              <a:latin typeface="Liberation Serif"/>
              <a:ea typeface="WenQuanYi Micro Hei"/>
              <a:cs typeface="FreeSans"/>
            </a:endParaRPr>
          </a:p>
          <a:p>
            <a:r>
              <a:rPr lang="hu-HU" dirty="0"/>
              <a:t>Docker: </a:t>
            </a:r>
            <a:r>
              <a:rPr lang="hu-HU" sz="2400" u="sng" dirty="0">
                <a:solidFill>
                  <a:srgbClr val="000080"/>
                </a:solidFill>
                <a:effectLst/>
                <a:latin typeface="Liberation Serif"/>
                <a:ea typeface="WenQuanYi Micro Hei"/>
                <a:cs typeface="FreeSans"/>
                <a:hlinkClick r:id="rId3"/>
              </a:rPr>
              <a:t>http://127.0.0.1:9998/docs/api/</a:t>
            </a:r>
            <a:endParaRPr lang="hu-HU" sz="2400" u="sng" dirty="0">
              <a:solidFill>
                <a:srgbClr val="000080"/>
              </a:solidFill>
              <a:latin typeface="Liberation Serif"/>
              <a:ea typeface="WenQuanYi Micro Hei"/>
              <a:cs typeface="FreeSans"/>
            </a:endParaRPr>
          </a:p>
          <a:p>
            <a:r>
              <a:rPr lang="hu-HU" dirty="0"/>
              <a:t>Távoli elérés: </a:t>
            </a:r>
            <a:r>
              <a:rPr lang="hu-HU" sz="2400" u="sng" dirty="0">
                <a:solidFill>
                  <a:srgbClr val="000080"/>
                </a:solidFill>
                <a:effectLst/>
                <a:latin typeface="Liberation Serif"/>
                <a:ea typeface="WenQuanYi Micro Hei"/>
                <a:cs typeface="FreeSans"/>
                <a:hlinkClick r:id="rId4"/>
              </a:rPr>
              <a:t>https://skillstree-vizsgaremek-backend.jcloud.jedlik.cloud/docs/api </a:t>
            </a:r>
            <a:endParaRPr lang="hu-HU" sz="2400" dirty="0">
              <a:effectLst/>
              <a:latin typeface="Liberation Serif"/>
              <a:ea typeface="WenQuanYi Micro Hei"/>
              <a:cs typeface="FreeSans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8276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7417C8-0807-430B-87CB-FC3CE051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Modelek</a:t>
            </a:r>
            <a:r>
              <a:rPr lang="hu-HU" b="1" dirty="0"/>
              <a:t>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DA680B-28E3-4ED7-B3F6-AEEFAA046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Laravel</a:t>
            </a:r>
            <a:r>
              <a:rPr lang="hu-HU" dirty="0"/>
              <a:t> </a:t>
            </a:r>
            <a:r>
              <a:rPr lang="hu-HU" dirty="0" err="1"/>
              <a:t>Eloquent</a:t>
            </a:r>
            <a:r>
              <a:rPr lang="hu-HU" dirty="0"/>
              <a:t> </a:t>
            </a:r>
            <a:r>
              <a:rPr lang="hu-HU" dirty="0" err="1"/>
              <a:t>model</a:t>
            </a:r>
            <a:endParaRPr lang="hu-HU" dirty="0"/>
          </a:p>
          <a:p>
            <a:r>
              <a:rPr lang="hu-HU" dirty="0"/>
              <a:t>Nincs benne az osztály mezői -&gt; automatikus lekérdezés DB-ből</a:t>
            </a:r>
          </a:p>
          <a:p>
            <a:r>
              <a:rPr lang="hu-HU" dirty="0"/>
              <a:t>1 tábla 1 </a:t>
            </a:r>
            <a:r>
              <a:rPr lang="hu-HU" dirty="0" err="1"/>
              <a:t>model</a:t>
            </a:r>
            <a:endParaRPr lang="hu-HU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9BAD382-7A64-48E2-BAD5-C3C82062B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7300" y="2968218"/>
            <a:ext cx="5220429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475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E55FA9-FB02-4A3C-979D-5B0304F8A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Kontrollerek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79995C-1167-4CD4-81C9-1C2B368B7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Táblánként</a:t>
            </a:r>
            <a:r>
              <a:rPr lang="hu-HU" dirty="0"/>
              <a:t> 1 kontroller -&gt; CRUD műveletek + speciális </a:t>
            </a:r>
            <a:r>
              <a:rPr lang="hu-HU" dirty="0" err="1"/>
              <a:t>route</a:t>
            </a:r>
            <a:r>
              <a:rPr lang="hu-HU" dirty="0"/>
              <a:t>-ok</a:t>
            </a:r>
          </a:p>
          <a:p>
            <a:r>
              <a:rPr lang="hu-HU" dirty="0" err="1"/>
              <a:t>Route</a:t>
            </a:r>
            <a:r>
              <a:rPr lang="hu-HU" dirty="0"/>
              <a:t> </a:t>
            </a:r>
            <a:r>
              <a:rPr lang="hu-HU" dirty="0" err="1"/>
              <a:t>Model</a:t>
            </a:r>
            <a:r>
              <a:rPr lang="hu-HU" dirty="0"/>
              <a:t> </a:t>
            </a:r>
            <a:r>
              <a:rPr lang="hu-HU" dirty="0" err="1"/>
              <a:t>Binding</a:t>
            </a:r>
            <a:endParaRPr lang="hu-HU" dirty="0"/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4CDAF393-ACE8-4C92-B20C-726FB2865D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3069949"/>
            <a:ext cx="4887007" cy="2219635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08A4B89-BEEE-46AC-A221-8859329EAF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635" y="3069949"/>
            <a:ext cx="4763165" cy="1705213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F4BE6AB4-CA0D-4F35-966C-4DF3ACD429F2}"/>
              </a:ext>
            </a:extLst>
          </p:cNvPr>
          <p:cNvSpPr txBox="1"/>
          <p:nvPr/>
        </p:nvSpPr>
        <p:spPr>
          <a:xfrm>
            <a:off x="838198" y="5740400"/>
            <a:ext cx="4787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400" dirty="0"/>
              <a:t>CRUD </a:t>
            </a:r>
            <a:r>
              <a:rPr lang="hu-HU" sz="2400" dirty="0" err="1"/>
              <a:t>route</a:t>
            </a:r>
            <a:endParaRPr lang="hu-HU" sz="2400" dirty="0"/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BB4E90C0-1028-4896-979E-FF4E286E7C49}"/>
              </a:ext>
            </a:extLst>
          </p:cNvPr>
          <p:cNvSpPr txBox="1"/>
          <p:nvPr/>
        </p:nvSpPr>
        <p:spPr>
          <a:xfrm>
            <a:off x="6590635" y="5774016"/>
            <a:ext cx="4787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400" dirty="0"/>
              <a:t>Speciális </a:t>
            </a:r>
            <a:r>
              <a:rPr lang="hu-HU" sz="2400" dirty="0" err="1"/>
              <a:t>route</a:t>
            </a: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385341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8F32FB-25A8-459D-B85E-58DB7C04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Validálás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A03EDF-654E-4589-922A-44039C66E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Laravel</a:t>
            </a:r>
            <a:r>
              <a:rPr lang="hu-HU" dirty="0"/>
              <a:t> </a:t>
            </a:r>
            <a:r>
              <a:rPr lang="hu-HU" dirty="0" err="1"/>
              <a:t>request</a:t>
            </a:r>
            <a:r>
              <a:rPr lang="hu-HU" dirty="0"/>
              <a:t>:</a:t>
            </a:r>
          </a:p>
          <a:p>
            <a:r>
              <a:rPr lang="hu-HU" dirty="0"/>
              <a:t> 	- 422 Hibakód</a:t>
            </a:r>
            <a:br>
              <a:rPr lang="hu-HU" dirty="0"/>
            </a:br>
            <a:r>
              <a:rPr lang="hu-HU" dirty="0"/>
              <a:t>	- felsorolt szabályok teljesülnie kell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524D4F1-D66E-469B-90CB-8A83569CBD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199" y="3429000"/>
            <a:ext cx="4994779" cy="3129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264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5F932F-D3B3-4DBA-9292-26284556D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Minta adatok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6CFD07-B3A9-40D7-8299-0B401157E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Laravel</a:t>
            </a:r>
            <a:r>
              <a:rPr lang="hu-HU" dirty="0"/>
              <a:t> </a:t>
            </a:r>
            <a:r>
              <a:rPr lang="hu-HU" dirty="0" err="1"/>
              <a:t>factory</a:t>
            </a:r>
            <a:r>
              <a:rPr lang="hu-HU" dirty="0"/>
              <a:t> -&gt; </a:t>
            </a:r>
            <a:r>
              <a:rPr lang="hu-HU"/>
              <a:t>FakerPHP</a:t>
            </a:r>
            <a:endParaRPr lang="hu-HU" dirty="0"/>
          </a:p>
          <a:p>
            <a:r>
              <a:rPr lang="hu-HU" dirty="0"/>
              <a:t>php </a:t>
            </a:r>
            <a:r>
              <a:rPr lang="hu-HU" dirty="0" err="1"/>
              <a:t>artisan</a:t>
            </a:r>
            <a:r>
              <a:rPr lang="hu-HU" dirty="0"/>
              <a:t> </a:t>
            </a:r>
            <a:r>
              <a:rPr lang="hu-HU" dirty="0" err="1"/>
              <a:t>migrate:fresh</a:t>
            </a:r>
            <a:r>
              <a:rPr lang="hu-HU" dirty="0"/>
              <a:t> --</a:t>
            </a:r>
            <a:r>
              <a:rPr lang="hu-HU" dirty="0" err="1"/>
              <a:t>seed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D453829-B06D-4A47-9984-B7E1ACFA7D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0981" y="3530212"/>
            <a:ext cx="3667637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64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-té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-té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</TotalTime>
  <Words>148</Words>
  <Application>Microsoft Office PowerPoint</Application>
  <PresentationFormat>Szélesvásznú</PresentationFormat>
  <Paragraphs>22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Liberation Serif</vt:lpstr>
      <vt:lpstr>Office Theme</vt:lpstr>
      <vt:lpstr>Backend</vt:lpstr>
      <vt:lpstr>Technológiák:</vt:lpstr>
      <vt:lpstr>Elérési módok:</vt:lpstr>
      <vt:lpstr>Modelek:</vt:lpstr>
      <vt:lpstr>Kontrollerek</vt:lpstr>
      <vt:lpstr>Validálás</vt:lpstr>
      <vt:lpstr>Minta adatok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Borbély Dominik Péter</dc:creator>
  <cp:lastModifiedBy>Borbély Dominik Péter</cp:lastModifiedBy>
  <cp:revision>7</cp:revision>
  <dcterms:created xsi:type="dcterms:W3CDTF">2026-04-15T10:52:34Z</dcterms:created>
  <dcterms:modified xsi:type="dcterms:W3CDTF">2026-04-16T06:33:59Z</dcterms:modified>
</cp:coreProperties>
</file>